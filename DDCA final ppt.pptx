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797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1515"/>
                </a:solidFill>
              </a:rPr>
              <a:t>DDCA • PARITY LAB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1515"/>
                </a:solidFill>
              </a:rPr>
              <a:t>DIGITAL LOGIC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1515"/>
                </a:solidFill>
              </a:rPr>
              <a:t>ERROR DETECTION SYSTEM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DDCA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DIGITAL ERROR DETECTION SYSTEM USING PARITY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577840" y="2880360"/>
            <a:ext cx="3108960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94436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Srijan — 2620030689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Sahasra — 2620030611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Nayani — 2620040007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Yagnesh — 2620040014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Aditya </a:t>
            </a:r>
            <a:r>
              <a:rPr lang="en-US" sz="1100" b="1">
                <a:solidFill>
                  <a:srgbClr val="FFFFFF"/>
                </a:solidFill>
              </a:rPr>
              <a:t>— 2620040025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Section: 14 | Batch: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02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1515"/>
                </a:solidFill>
              </a:rPr>
              <a:t>DDCA PROJECT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Objective</a:t>
            </a:r>
            <a:endParaRPr lang="en-US" sz="2600" dirty="0"/>
          </a:p>
        </p:txBody>
      </p:sp>
      <p:pic>
        <p:nvPicPr>
          <p:cNvPr id="5" name="Image 0" descr="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404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</a:rPr>
              <a:t>What is Error Detection?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10312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1515"/>
                </a:solidFill>
              </a:rPr>
              <a:t>Error detection is the process of identifying whether data has changed during digital data transmission. Errors may occur due to noise or interference in the communication channel.</a:t>
            </a:r>
            <a:endParaRPr lang="en-US" sz="1000" dirty="0"/>
          </a:p>
        </p:txBody>
      </p:sp>
      <p:pic>
        <p:nvPicPr>
          <p:cNvPr id="8" name="Image 1" descr="i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9144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</a:rPr>
              <a:t>What is Parity?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210312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1515"/>
                </a:solidFill>
              </a:rPr>
              <a:t>Parity is a simple error-detection technique that adds an extra bit, called a parity bit, to the original data.</a:t>
            </a:r>
            <a:endParaRPr lang="en-US" sz="1000" dirty="0"/>
          </a:p>
        </p:txBody>
      </p:sp>
      <p:pic>
        <p:nvPicPr>
          <p:cNvPr id="11" name="Image 2" descr="i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9144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</a:rPr>
              <a:t>Objective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315200" y="210312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1515"/>
                </a:solidFill>
              </a:rPr>
              <a:t>To design and simulate a digital circuit that detects transmission errors using an even parity bit and XOR gates.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03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&amp; XOR Concept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XOR Truth Table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⊕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Why XOR Gates?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XOR gates are used because their combined output indicates whether the number of 1s is odd or even.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Types of Parity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Even Parity: </a:t>
            </a:r>
            <a:r>
              <a:rPr lang="en-US" sz="1100" dirty="0">
                <a:solidFill>
                  <a:srgbClr val="151515"/>
                </a:solidFill>
              </a:rPr>
              <a:t>The total number of 1s in the data, including the parity bit, must be even.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Odd Parity: </a:t>
            </a:r>
            <a:r>
              <a:rPr lang="en-US" sz="1100" dirty="0">
                <a:solidFill>
                  <a:srgbClr val="151515"/>
                </a:solidFill>
              </a:rPr>
              <a:t>The total number of 1s in the data, including the parity bit, must be odd.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697480"/>
            <a:ext cx="3931920" cy="178308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Example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108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1515"/>
                </a:solidFill>
              </a:rPr>
              <a:t>Data: 1011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1515"/>
                </a:solidFill>
              </a:rPr>
              <a:t>Number of 1s: 3 (odd)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1515"/>
                </a:solidFill>
              </a:rPr>
              <a:t>Even parity bit: 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1515"/>
                </a:solidFill>
              </a:rPr>
              <a:t>Transmitted data: 10111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1515"/>
                </a:solidFill>
              </a:rPr>
              <a:t>Total number of 1s: 4 (even)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04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Block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Working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4-bit Input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219456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65376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65376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Parity Generator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54096" y="1920240"/>
            <a:ext cx="219456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73552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3552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Data + Parity Bit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1920240"/>
            <a:ext cx="219456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81728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Transmission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70448" y="1920240"/>
            <a:ext cx="219456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9904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9904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Parity Checker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624" y="1920240"/>
            <a:ext cx="219456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0DDD9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15544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1515"/>
                </a:solidFill>
              </a:rPr>
              <a:t>Error / No Error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Main Blocks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651760" cy="12801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515"/>
                </a:solidFill>
              </a:rPr>
              <a:t>1. Parity Generator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Calculates the parity bit for the original 4-bit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651760" cy="12801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515"/>
                </a:solidFill>
              </a:rPr>
              <a:t>2. Transmission Channel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Carries the data and parity bit to the receiver. A bit may change during transmission.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2801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515"/>
                </a:solidFill>
              </a:rPr>
              <a:t>3. Parity Checker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Checks the received bits and produces an output indicating whether an error is detected.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05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Generator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Four data bits: D3 D2 D1 D0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Even Parity Equation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</a:rPr>
              <a:t>P = D3 ⊕ D2 ⊕ D1 ⊕ D0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The parity generator uses XOR gates to calculate the parity bit. The bit is selected so that the total number of 1s, including the parity bit, is even.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51515"/>
                </a:solidFill>
              </a:rPr>
              <a:t>The generator can be implemented using three 2-input XOR gates in Logisim.</a:t>
            </a:r>
            <a:endParaRPr lang="en-US" sz="1000" dirty="0"/>
          </a:p>
        </p:txBody>
      </p:sp>
      <p:pic>
        <p:nvPicPr>
          <p:cNvPr id="10" name="Image 0" descr="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931920" cy="212175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3383280"/>
            <a:ext cx="3931920" cy="109728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Example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3730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Data = 1011  →  P = 1 ⊕ 0 ⊕ 1 ⊕ 1 = 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Original data: 1011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Parity bit: 1  |  Transmitted data: 10111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06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Checker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51515"/>
                </a:solidFill>
              </a:rPr>
              <a:t>The parity checker receives the four data bits and the parity bit, then checks whether the total number of 1s is even.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Error Detection Equation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</a:rPr>
              <a:t>E = R3 ⊕ R2 ⊕ R1 ⊕ R0 ⊕ 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591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51515"/>
                </a:solidFill>
              </a:rPr>
              <a:t>R3, R2, R1, R0 are the received data bits.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51515"/>
                </a:solidFill>
              </a:rPr>
              <a:t>P is the received parity bit.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51515"/>
                </a:solidFill>
              </a:rPr>
              <a:t>E is the error indicator.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Output Interpretation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021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E = 0: No error detected.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1515"/>
                </a:solidFill>
              </a:rPr>
              <a:t>E = 1: Error detected.</a:t>
            </a:r>
            <a:endParaRPr lang="en-US" sz="1100" dirty="0"/>
          </a:p>
        </p:txBody>
      </p:sp>
      <p:pic>
        <p:nvPicPr>
          <p:cNvPr id="10" name="Image 0" descr="c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931920" cy="191101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Example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34564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51515"/>
                </a:solidFill>
              </a:rPr>
              <a:t>Received data with parity: 10111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51515"/>
                </a:solidFill>
              </a:rPr>
              <a:t>E = 1 ⊕ 0 ⊕ 1 ⊕ 1 ⊕ 1 = 0  →  No error detected.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51515"/>
                </a:solidFill>
              </a:rPr>
              <a:t>If a single bit changes, the XOR result becomes 1, indicating an error.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07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51515"/>
                </a:solidFill>
              </a:rPr>
              <a:t>PRACTICAL BUILD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Logisim Implementation &amp; Testing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2369422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pic>
        <p:nvPicPr>
          <p:cNvPr id="6" name="Image 0" descr="logis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03520" cy="23694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69530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Components Used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9705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51515"/>
                </a:solidFill>
              </a:rPr>
              <a:t>Input pins for the data bits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51515"/>
                </a:solidFill>
              </a:rPr>
              <a:t>XOR gates for parity generation and checking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399705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51515"/>
                </a:solidFill>
              </a:rPr>
              <a:t>Wires for connections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51515"/>
                </a:solidFill>
              </a:rPr>
              <a:t>Output pins or LEDs to display results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Test Cases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2743200" cy="914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detected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943600" y="2834640"/>
            <a:ext cx="2743200" cy="164592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80760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Observation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32186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51515"/>
                </a:solidFill>
              </a:rPr>
              <a:t>When the received bits satisfy the even-parity condition, the checker output is 0. When a single bit changes, the checker output becomes 1.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51515"/>
                </a:solidFill>
              </a:rPr>
              <a:t>08 / 09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51515"/>
                </a:solidFill>
              </a:rPr>
              <a:t>FINAL REVIEW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Advantages, Limitations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43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Simple and fast error detection.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Requires only a small number of logic gates.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Easy to design and simulate using XOR gates.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Useful for demonstrating basic digital communication concepts.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43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Detects errors but does not correct them.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An even number of bit changes may go undetected.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51515"/>
                </a:solidFill>
              </a:rPr>
              <a:t>Does not identify which bit is incorrect.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rgbClr val="EFEBE6"/>
          </a:solidFill>
          <a:ln w="12700">
            <a:solidFill>
              <a:srgbClr val="EFEB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243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151515"/>
                </a:solidFill>
              </a:rPr>
              <a:t>The Digital Error Detection System Using Parity demonstrates how XOR gates can generate and check parity bits. The circuit detects errors when the received data violates the even-parity condition. The Logisim simulation helps demonstrate the practical working of this digital logic system.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Team Responsibilities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9067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/ Responsibility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Srijan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1–2: Introduction and objective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Sahasra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3: Parity and XOR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Nayani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4–5: System design and generator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Yagnesh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6: Parity checker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Aditya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7–8: Logisim testing and conclusion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ity Lab">
  <a:themeElements>
    <a:clrScheme name="Parity Lab">
      <a:dk1>
        <a:srgbClr val="151515"/>
      </a:dk1>
      <a:lt1>
        <a:srgbClr val="FFFFFF"/>
      </a:lt1>
      <a:dk2>
        <a:srgbClr val="3A3A3A"/>
      </a:dk2>
      <a:lt2>
        <a:srgbClr val="FFFAF5"/>
      </a:lt2>
      <a:accent1>
        <a:srgbClr val="151515"/>
      </a:accent1>
      <a:accent2>
        <a:srgbClr val="8A1C1C"/>
      </a:accent2>
      <a:accent3>
        <a:srgbClr val="E9E5DF"/>
      </a:accent3>
      <a:accent4>
        <a:srgbClr val="C8C8C8"/>
      </a:accent4>
      <a:accent5>
        <a:srgbClr val="6B6B6B"/>
      </a:accent5>
      <a:accent6>
        <a:srgbClr val="2D5F8B"/>
      </a:accent6>
      <a:hlink>
        <a:srgbClr val="2D5F8B"/>
      </a:hlink>
      <a:folHlink>
        <a:srgbClr val="6B6B6B"/>
      </a:folHlink>
    </a:clrScheme>
    <a:fontScheme name="Parity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On-screen Show (16:9)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Parity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Error Detection System Using Parity</dc:title>
  <dc:subject>PptxGenJS Presentation</dc:subject>
  <dc:creator>PptxGenJS</dc:creator>
  <cp:lastModifiedBy>aditya kumar</cp:lastModifiedBy>
  <cp:revision>2</cp:revision>
  <dcterms:created xsi:type="dcterms:W3CDTF">2026-10-14T14:25:24Z</dcterms:created>
  <dcterms:modified xsi:type="dcterms:W3CDTF">2026-10-14T17:15:46Z</dcterms:modified>
</cp:coreProperties>
</file>